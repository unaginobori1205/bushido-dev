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後援依頼・協賛依頼・保護者説明会で共通に使う表紙。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伊勢青少年国際キャンプ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68680" y="3703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7D3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はじまりの場所で、世界の子どもと出会う。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4343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C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2027年7月26日（月）〜28日（水）　2泊3日　／　三重県伊勢市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伊勢青少年国際キャンプ実行委員会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なぜ、いま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課題認識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20624" cy="420624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465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同じ学区に住みながら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21671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名古屋には多くの外国にルーツを持つ子どもが暮らしています。同じ電車に乗りながら、深く関わる機会のないまま育つ子どもが少なくありません。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420624" cy="420624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1638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「知っているつもり」のまま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358444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日本の子どもは、自国の作法をなぜそうするのか説明できません。問われてはじめて、自分が知らなかったことに気づきます。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420624" cy="420624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5811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一度きりでは、変わらない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5880" y="50017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単発の国際交流イベントは、その日で終わります。私たちは寝食を共にする3日間と、事前事後のつながりをつくります。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事業概要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869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会期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2027年7月26日（月）〜28日（水）　2泊3日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会場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公益財団法人修養団（SYD）伊勢青少年研修センター（三重県伊勢市宇治今在家町153）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名古屋市および周辺地域の小中学生／外国にルーツを持つ小中学生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定員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40名（30〜50名）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参加費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50,000円（宿泊・食事・研修・保険・往復交通費を含む）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集合・解散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名古屋駅 西側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主催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伊勢青少年国際キャンプ実行委員会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構成団体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BUSHIDO JAPAN ／ 株式会社鯱バス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協力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公益財団法人修養団（SYD）／ 教育再生いばらき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82296" marR="82296" marT="82296" marB="8229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このキャンプで起きること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1F4F7"/>
          </a:solidFill>
          <a:ln/>
          <a:effectLst>
            <a:outerShdw sx="100000" sy="100000" kx="0" ky="0" algn="bl" rotWithShape="0" blurRad="114300" dist="25400" dir="5400000">
              <a:srgbClr val="B8C4D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03120"/>
            <a:ext cx="566928" cy="566928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2688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礼儀と感謝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401568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早朝の正座、神宮前の清掃奉仕、飯盒炊さん。修養団が120年培ってきた集団生活の型に、当事者として入る。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78308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1F4F7"/>
          </a:solidFill>
          <a:ln/>
          <a:effectLst>
            <a:outerShdw sx="100000" sy="100000" kx="0" ky="0" algn="bl" rotWithShape="0" blurRad="114300" dist="25400" dir="5400000">
              <a:srgbClr val="B8C4D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103120"/>
            <a:ext cx="566928" cy="566928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54296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案内する側に立つ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54296" y="3401568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日本の子どもが、自分の文化を通じない相手に説明する。答えられない自分に出会うことが、育ちになる。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1F4F7"/>
          </a:solidFill>
          <a:ln/>
          <a:effectLst>
            <a:outerShdw sx="100000" sy="100000" kx="0" ky="0" algn="bl" rotWithShape="0" blurRad="114300" dist="25400" dir="5400000">
              <a:srgbClr val="B8C4D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103120"/>
            <a:ext cx="566928" cy="566928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75904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強さとは何か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75904" y="3401568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合気道は相手を倒さない武道。「強いとは、打ち負かすことではない」は国籍も言語も超えて伝わる。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言葉が要らない時間が多いことが、この構成の強みです。翻訳が必要なのは講話と対話の場面だけです。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3日間の流れ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74720" cy="5303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1日目 7/26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615184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3957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名古屋駅西側 集合・出発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82112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3401568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1821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伊勢着・開会式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68496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" y="4187952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9684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班づくり・バディ結成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4974336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47548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班旗作成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541264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5760720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554126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キャンプファイヤー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1688" y="1691640"/>
            <a:ext cx="3474720" cy="5303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544568" y="16916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2日目 7/27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61688" y="2395728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4562856" y="2615184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3957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静座　宇治橋前 清掃奉仕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61688" y="3182112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26" name="Shape 24"/>
          <p:cNvSpPr/>
          <p:nvPr/>
        </p:nvSpPr>
        <p:spPr>
          <a:xfrm>
            <a:off x="4562856" y="3401568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1821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川遊び（五十鈴川）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61688" y="3968496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4562856" y="4187952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9684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野外炊事（飯盒炊さん）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361688" y="475488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32" name="Shape 30"/>
          <p:cNvSpPr/>
          <p:nvPr/>
        </p:nvSpPr>
        <p:spPr>
          <a:xfrm>
            <a:off x="4562856" y="4974336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47548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合気道研修（英語）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61688" y="5541264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35" name="Shape 33"/>
          <p:cNvSpPr/>
          <p:nvPr/>
        </p:nvSpPr>
        <p:spPr>
          <a:xfrm>
            <a:off x="4562856" y="5760720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554126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ともしびの集い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083296" y="1691640"/>
            <a:ext cx="3474720" cy="5303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8266176" y="16916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3日目 7/28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083296" y="2395728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40" name="Shape 38"/>
          <p:cNvSpPr/>
          <p:nvPr/>
        </p:nvSpPr>
        <p:spPr>
          <a:xfrm>
            <a:off x="8284464" y="2615184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41" name="Text 39"/>
          <p:cNvSpPr/>
          <p:nvPr/>
        </p:nvSpPr>
        <p:spPr>
          <a:xfrm>
            <a:off x="8613648" y="23957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静座　内宮参拝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083296" y="3182112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43" name="Shape 41"/>
          <p:cNvSpPr/>
          <p:nvPr/>
        </p:nvSpPr>
        <p:spPr>
          <a:xfrm>
            <a:off x="8284464" y="3401568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44" name="Text 42"/>
          <p:cNvSpPr/>
          <p:nvPr/>
        </p:nvSpPr>
        <p:spPr>
          <a:xfrm>
            <a:off x="8613648" y="31821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「誓いの言葉」を書く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083296" y="3968496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46" name="Shape 44"/>
          <p:cNvSpPr/>
          <p:nvPr/>
        </p:nvSpPr>
        <p:spPr>
          <a:xfrm>
            <a:off x="8284464" y="4187952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47" name="Text 45"/>
          <p:cNvSpPr/>
          <p:nvPr/>
        </p:nvSpPr>
        <p:spPr>
          <a:xfrm>
            <a:off x="8613648" y="396849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083296" y="475488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49" name="Shape 47"/>
          <p:cNvSpPr/>
          <p:nvPr/>
        </p:nvSpPr>
        <p:spPr>
          <a:xfrm>
            <a:off x="8284464" y="4974336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50" name="Text 48"/>
          <p:cNvSpPr/>
          <p:nvPr/>
        </p:nvSpPr>
        <p:spPr>
          <a:xfrm>
            <a:off x="8613648" y="47548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閉会式・修了証授与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083296" y="5541264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/>
        </p:spPr>
      </p:sp>
      <p:sp>
        <p:nvSpPr>
          <p:cNvPr id="52" name="Shape 50"/>
          <p:cNvSpPr/>
          <p:nvPr/>
        </p:nvSpPr>
        <p:spPr>
          <a:xfrm>
            <a:off x="8284464" y="5760720"/>
            <a:ext cx="219456" cy="219456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53" name="Text 51"/>
          <p:cNvSpPr/>
          <p:nvPr/>
        </p:nvSpPr>
        <p:spPr>
          <a:xfrm>
            <a:off x="8613648" y="554126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名古屋駅西側 解散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バディ制度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本事業の中核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日本の子どもと外国にルーツを持つ子どもを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1対1で組み、3日間を共に過ごします。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3319272"/>
            <a:ext cx="182880" cy="18288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200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移動・食事・班・部屋割りをバディ単位で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941064"/>
            <a:ext cx="182880" cy="18288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822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通訳は呼ばれるまで介入しない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562856"/>
            <a:ext cx="182880" cy="18288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4439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困ったら 身ぶり → 絵 → 単語 → 通訳 の順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5184648"/>
            <a:ext cx="182880" cy="18288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0657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「誓いの言葉」を互いの言語に訳し合う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37960" y="173736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1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965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日本の子どもへ伝えるのは、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一行で足ります。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2697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「英語ができる必要はありません。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伝えようとすることが役目です」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7960" y="3931920"/>
            <a:ext cx="4983480" cy="1920240"/>
          </a:xfrm>
          <a:prstGeom prst="roundRect">
            <a:avLst>
              <a:gd name="adj" fmla="val 4286"/>
            </a:avLst>
          </a:prstGeom>
          <a:solidFill>
            <a:srgbClr val="F1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事前と事後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4572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出発4週間前にオンラインで顔合わせ。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終了1か月後に再会の会。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初日に「はじめまして」から始めません。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合気道研修（英語）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強いとは、勝つことじゃない。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306324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3310128"/>
            <a:ext cx="457200" cy="45720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913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相手を倒さない武道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CCB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受け身から入るため、体格差・年齢差があっても成立します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306324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3310128"/>
            <a:ext cx="457200" cy="45720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3913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言語の壁が存在しない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CCB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株式会社鯱バス代表・宇津木滋が自ら英語で指導します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3063240"/>
            <a:ext cx="3383280" cy="2286000"/>
          </a:xfrm>
          <a:prstGeom prst="roundRect">
            <a:avLst>
              <a:gd name="adj" fmla="val 3600"/>
            </a:avLst>
          </a:prstGeom>
          <a:solidFill>
            <a:srgbClr val="1B3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3310128"/>
            <a:ext cx="457200" cy="457200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39136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説明が要らない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CCB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合気道は世界に広く普及しており、海外の保護者にも通じます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公益財団法人修養団（SYD）伊勢青少年研修センター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1F4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84832"/>
            <a:ext cx="347472" cy="347472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01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1906年（明治39年）創立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9202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2026年に創立120年。内閣総理大臣認可の公益財団法人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108960"/>
            <a:ext cx="347472" cy="347472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特定の宗教や政党に属さない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94436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社会教育団体として青少年の健全育成を目的とする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1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33088"/>
            <a:ext cx="347472" cy="347472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950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伊勢神宮 内宮に至近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396849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宇治橋まで徒歩圏。五十鈴川での川遊びも徒歩で移動できる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901184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157216"/>
            <a:ext cx="347472" cy="347472"/>
          </a:xfrm>
          <a:prstGeom prst="ellipse">
            <a:avLst/>
          </a:prstGeom>
          <a:solidFill>
            <a:srgbClr val="C1352B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9743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青少年の受け入れ実績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499262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宿泊室・食堂・大講堂・キャンプファイヤー場を備える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本事業のプログラム進行は、修養団が担当します。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安全への取り組み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39112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1444752" y="20208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引率体制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引率者1名あたりの子どもは8名以下。常に班行動とする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17830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8" name="Shape 6"/>
          <p:cNvSpPr/>
          <p:nvPr/>
        </p:nvSpPr>
        <p:spPr>
          <a:xfrm>
            <a:off x="4636008" y="2039112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20208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看護担当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6008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看護師資格保持者が夜間を含めて常駐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17830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357616" y="2039112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8887968" y="20208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医療連携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57616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研修センターのホームドクター（原則24時間対応）と連携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096512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444752" y="40782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傷害保険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参加者・スタッフ全員に付保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61688" y="38404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636008" y="4096512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40782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熱中症対策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36008" y="4617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屋外活動を早朝に集中。暑さ指数による中止基準を事前に設定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83296" y="3840480"/>
            <a:ext cx="3474720" cy="1783080"/>
          </a:xfrm>
          <a:prstGeom prst="roundRect">
            <a:avLst>
              <a:gd name="adj" fmla="val 4615"/>
            </a:avLst>
          </a:prstGeom>
          <a:solidFill>
            <a:srgbClr val="F1F4F7"/>
          </a:solidFill>
          <a:ln/>
        </p:spPr>
      </p:sp>
      <p:sp>
        <p:nvSpPr>
          <p:cNvPr id="24" name="Shape 22"/>
          <p:cNvSpPr/>
          <p:nvPr/>
        </p:nvSpPr>
        <p:spPr>
          <a:xfrm>
            <a:off x="8357616" y="4096512"/>
            <a:ext cx="384048" cy="38404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8887968" y="40782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水の事故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57616" y="4617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泳力の事前申告を必須化。エリア分けと入水前後の人数確認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期間中は毎日、活動の様子を写真つきで保護者に配信します。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多様な背景への配慮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参加者には、さまざまな信仰・食習慣・文化的背景を持つ家庭の子どもが含まれます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91640" cy="8686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神宮参拝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31720" y="1965960"/>
            <a:ext cx="9189720" cy="86868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96596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日本文化の作法を学ぶ体験として実施します。一礼や手水は礼儀として全員が学びますが、何を祈るか、あるいは祈らないかは本人の自由です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691640" cy="8686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31720" y="3017520"/>
            <a:ext cx="9189720" cy="86868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30175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ハラル・ベジタリアン等の対応を事前に確認・手配します。野外炊事の食材も成分まで確認します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691640" cy="8686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31720" y="4069080"/>
            <a:ext cx="9189720" cy="86868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40690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日本の大浴場文化を事前に説明します。抵抗のある参加者には個別の入浴時間を用意します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691640" cy="8686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331720" y="5120640"/>
            <a:ext cx="9189720" cy="86868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51206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日英2言語で書類を用意し、説明会にも通訳を配置します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収支予算（40名）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本事業は営利を目的とせず、剰余金は参加費の減免および次年度事業に充てます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収入の部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21408"/>
          <a:ext cx="51206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参加費　50,000円 × 40名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協賛金（目標）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2,400,000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64008" marR="64008" marT="64008" marB="64008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6916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支出の部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121408"/>
          <a:ext cx="5349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6002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研修センター負担金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1,000,000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引率スタッフ宿泊費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貸切バス（鯱バス様 協賛）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通訳費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看護担当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傷害保険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104,000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教材・しおり・修了証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広報費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保護者説明会 運営費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通信・事務費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参加費減免枠（2名分）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予備費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次年度繰越金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116,000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2,400,000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E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実行委員4名は宿泊費を自己負担とし、無報酬で運営にあたります。収支報告は事業終了後に公開します。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実施体制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212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役職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氏名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所属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実行委員長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上岡 賢輔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BUSHIDO JAPAN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実行委員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嶺田 英智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スカイウォーカー株式会社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実行委員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大久保 雅弘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株式会社キュリオシティ 代表取締役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実行委員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山本 かな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株式会社鯱バス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合気道研修 主任講師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宇津木 滋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株式会社鯱バス</a:t>
                      </a:r>
                      <a:endParaRPr lang="en-US" sz="12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572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1F4F7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736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5名程度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5230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ボランティアスタッフ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429000" y="4572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1F4F7"/>
          </a:solidFill>
          <a:ln/>
        </p:spPr>
      </p:sp>
      <p:sp>
        <p:nvSpPr>
          <p:cNvPr id="8" name="Text 5"/>
          <p:cNvSpPr/>
          <p:nvPr/>
        </p:nvSpPr>
        <p:spPr>
          <a:xfrm>
            <a:off x="3611880" y="4736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2〜3名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11880" y="5230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通訳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4572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1F4F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4736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1名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0" y="5230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看護担当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006840" y="457200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1F4F7"/>
          </a:solidFill>
          <a:ln/>
        </p:spPr>
      </p:sp>
      <p:sp>
        <p:nvSpPr>
          <p:cNvPr id="14" name="Text 11"/>
          <p:cNvSpPr/>
          <p:nvPr/>
        </p:nvSpPr>
        <p:spPr>
          <a:xfrm>
            <a:off x="9189720" y="47365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宇津木氏ほか2名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189720" y="5230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合気道研修 講師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プログラムの進行は修養団が担当し、実行委員会は引率と国際交流プログラムの運営にあたります。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今後のスケジュール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146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 9月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54680" y="1737360"/>
            <a:ext cx="8366760" cy="5486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1737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実行委員会 設立　後援名義の申請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86584"/>
            <a:ext cx="25146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865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 10月〜11月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2386584"/>
            <a:ext cx="8366760" cy="5486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3865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協賛募集　募集要項・チラシ・LP制作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35808"/>
            <a:ext cx="25146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35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 1月1日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3035808"/>
            <a:ext cx="8366760" cy="5486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0358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募集開始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685032"/>
            <a:ext cx="25146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850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 3月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54680" y="3685032"/>
            <a:ext cx="8366760" cy="5486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685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一次締切・参加者確定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34256"/>
            <a:ext cx="25146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342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 5・6・7月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54680" y="4334256"/>
            <a:ext cx="8366760" cy="5486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43342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保護者説明会（名古屋市内・全3回／オンライン併催）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2514600" cy="548640"/>
          </a:xfrm>
          <a:prstGeom prst="rect">
            <a:avLst/>
          </a:prstGeom>
          <a:solidFill>
            <a:srgbClr val="C1352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 7月26〜28日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54680" y="4983480"/>
            <a:ext cx="8366760" cy="548640"/>
          </a:xfrm>
          <a:prstGeom prst="rect">
            <a:avLst/>
          </a:prstGeom>
          <a:solidFill>
            <a:srgbClr val="F6E4E2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4983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伊勢青少年国際キャンプ2027 開催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632704"/>
            <a:ext cx="25146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6327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 8月〜9月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54680" y="5632704"/>
            <a:ext cx="8366760" cy="548640"/>
          </a:xfrm>
          <a:prstGeom prst="rect">
            <a:avLst/>
          </a:prstGeom>
          <a:solidFill>
            <a:srgbClr val="F1F4F7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563270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実施報告書・収支報告の作成と公開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ご支援のお願い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この事業は、毎年続く事業として育てたいと考えています。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参加した子どもが翌年は上級生として、やがては運営に関わる側として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戻ってくる。そのような循環をつくります。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43708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CCB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名義のご承認をいただくことで、より多くのご家庭に届きます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365760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17720" y="43708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CCB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いただいたご支援は減免枠と通訳の配置に充てます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365760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135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ご紹介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0" y="43708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CCB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関心を持たれそうな学校・団体をお教えください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5B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伊勢青少年国際キャンプ実行委員会 事務局（BUSHIDO JAPAN）　愛知県豊明市西川町島原14-12　TEL 090-5101-5064　担当 上岡賢輔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2026-08-23T07:21:25Z</dcterms:created>
  <dcterms:modified xsi:type="dcterms:W3CDTF">2026-08-23T07:21:25Z</dcterms:modified>
</cp:coreProperties>
</file>