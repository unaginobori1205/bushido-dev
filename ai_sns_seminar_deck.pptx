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463040" cy="8229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3C373"/>
                </a:solidFill>
                <a:latin typeface="Yu Gothic"/>
                <a:ea typeface="Yu Gothic"/>
              </a:rPr>
              <a:t>AI時代のSNS実践セミナー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Yu Gothic"/>
                <a:ea typeface="Yu Gothic"/>
              </a:rPr>
              <a:t>AIは知っている人ではなく、
使った人から変わっていく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DD5DF"/>
                </a:solidFill>
                <a:latin typeface="Yu Gothic"/>
                <a:ea typeface="Yu Gothic"/>
              </a:rPr>
              <a:t>半年でここまでできる。AI秘書・SNS運用・資料作成・プロンプト活用のリアル実演 ／ 名古屋JC SNS戦略部会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02 ｜ 自己紹介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自己紹介（さらっと）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1B2E"/>
                </a:solidFill>
                <a:latin typeface="Yu Gothic"/>
                <a:ea typeface="Yu Gothic"/>
              </a:rPr>
              <a:t>名古屋JCでの歩み（2016〜）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2016　名古屋JC 入会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2021　塾長／選挙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2022　SDGs実践委員会 委員長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2023　名古屋の魅力発信委員会 アドバイザー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2024　常任理事（渉外室長）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2025　国際都市交流推進特別委員会 アドバイザー／わんぱく相撲 議長補佐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2026　広報アドバイザー／グローバルアライアンス構築委員会／SNS15アカウント運用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03 ｜ 自己紹介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SNS×事業の実績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1B2E"/>
                </a:solidFill>
                <a:latin typeface="Yu Gothic"/>
                <a:ea typeface="Yu Gothic"/>
              </a:rPr>
              <a:t>SNSで“知ってもらう”が、事業の成果に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ネットショップ（通販）をSNS発信で運営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LinkedIn → インバウンドで海外パートナー獲得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Threads → イベント集客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福祉事業 → 満床経営を実現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海外向けSNS発信 → 海外の日本ファンを獲得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福祉分野 → 見込み顧客リストを構築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280160" cy="8229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C373"/>
                </a:solidFill>
                <a:latin typeface="Yu Gothic"/>
                <a:ea typeface="Yu Gothic"/>
              </a:rPr>
              <a:t>04 ｜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Yu Gothic"/>
                <a:ea typeface="Yu Gothic"/>
              </a:rPr>
              <a:t>なぜSNSなのか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DD5DF"/>
                </a:solidFill>
                <a:latin typeface="Yu Gothic"/>
                <a:ea typeface="Yu Gothic"/>
              </a:rPr>
              <a:t>知られない＝選ばれない。発信しない会社・活動は「無い」のと同じ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05 ｜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目的から始める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1B2E"/>
                </a:solidFill>
                <a:latin typeface="Yu Gothic"/>
                <a:ea typeface="Yu Gothic"/>
              </a:rPr>
              <a:t>目的なき配信は消滅する（議案と同じで“背景と目的”が命）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理念：なぜやるのか（想い）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目的：何のために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ゴール：どうなれば成功か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誰のために：価値を届ける相手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なぜ自社：他でもない自分が発信する理由＝共感の源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06 ｜ ゴール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本日のゴール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1B2E"/>
                </a:solidFill>
                <a:latin typeface="Yu Gothic"/>
                <a:ea typeface="Yu Gothic"/>
              </a:rPr>
              <a:t>今日または明日、AIを一つ実践する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AIに詳しくなる時間ではない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明日から一つ、実際に使えるように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知っている人ではなく、使った人から変わる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280160" cy="8229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C373"/>
                </a:solidFill>
                <a:latin typeface="Yu Gothic"/>
                <a:ea typeface="Yu Gothic"/>
              </a:rPr>
              <a:t>07 ｜ 実演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Yu Gothic"/>
                <a:ea typeface="Yu Gothic"/>
              </a:rPr>
              <a:t>AI秘書システム実演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DD5DF"/>
                </a:solidFill>
                <a:latin typeface="Yu Gothic"/>
                <a:ea typeface="Yu Gothic"/>
              </a:rPr>
              <a:t>朝起きて、何を自動化して確認しているか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08 ｜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半年で変わったこと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1B2E"/>
                </a:solidFill>
                <a:latin typeface="Yu Gothic"/>
                <a:ea typeface="Yu Gothic"/>
              </a:rPr>
              <a:t>検索補助から、業務の補佐役へ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最初はChatGPTを検索の延長として使っていた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年初の変化でNotebookLM・Claudeを知った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時短・自動化・SNS運用・資料作成が一気に進んだ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09 ｜ 目的設定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今日の目的設定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1B2E"/>
                </a:solidFill>
                <a:latin typeface="Yu Gothic"/>
                <a:ea typeface="Yu Gothic"/>
              </a:rPr>
              <a:t>今日AIで何を楽にしたいか（隣の人と共有）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担当例会・委員会のどこに使える？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SNS・資料・議事録・案内文・企画書？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今日学んだことを、誰に伝えたい？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10 ｜ 現在地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AI活用の現在地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E1B2E"/>
                </a:solidFill>
                <a:latin typeface="Yu Gothic"/>
                <a:ea typeface="Yu Gothic"/>
              </a:rPr>
              <a:t>役割ごとに使い分ける時代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9A24B"/>
                </a:solidFill>
                <a:latin typeface="Yu Gothic"/>
                <a:ea typeface="Yu Gothic"/>
              </a:rPr>
              <a:t>対話・文章・整理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5120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ChatGPT：相談・文章・企画・壁打ち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Claude：長文整理・資料構成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NotebookLM：資料だけで正確に整理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5146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9A24B"/>
                </a:solidFill>
                <a:latin typeface="Yu Gothic"/>
                <a:ea typeface="Yu Gothic"/>
              </a:rPr>
              <a:t>ビジュアル・蓄積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926080"/>
            <a:ext cx="49377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画像生成：SNS素材・告知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動画生成：ショート・PR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A35"/>
                </a:solidFill>
                <a:latin typeface="Yu Gothic"/>
                <a:ea typeface="Yu Gothic"/>
              </a:rPr>
              <a:t>●  Drive/Notion：共有・資産化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11 ｜ 使い分け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AIは役割で使い分ける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1B2E"/>
                </a:solidFill>
                <a:latin typeface="Yu Gothic"/>
                <a:ea typeface="Yu Gothic"/>
              </a:rPr>
              <a:t>秘書・編集者・広報・企画補佐・壁打ち相手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秘書：予定・タスク・連絡の整理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編集者：文章を整える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広報担当：投稿・告知を作る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企画補佐／壁打ち：アイデアを広げる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280160" cy="8229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C373"/>
                </a:solidFill>
                <a:latin typeface="Yu Gothic"/>
                <a:ea typeface="Yu Gothic"/>
              </a:rPr>
              <a:t>12 ｜ 実演1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Yu Gothic"/>
                <a:ea typeface="Yu Gothic"/>
              </a:rPr>
              <a:t>担当例会をSNS投稿化する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DD5DF"/>
                </a:solidFill>
                <a:latin typeface="Yu Gothic"/>
                <a:ea typeface="Yu Gothic"/>
              </a:rPr>
              <a:t>例会情報を入れるだけで、広報素材が一気にそろう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13 ｜ 実演1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例会情報から作れるもの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0584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SNS投稿文／ストーリーズ／リール台本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告知タイトル／ハッシュタグ／参加を促す一言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委員会への依頼文／写真・動画の撮影指示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280160" cy="8229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C373"/>
                </a:solidFill>
                <a:latin typeface="Yu Gothic"/>
                <a:ea typeface="Yu Gothic"/>
              </a:rPr>
              <a:t>14 ｜ 実演2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Yu Gothic"/>
                <a:ea typeface="Yu Gothic"/>
              </a:rPr>
              <a:t>画像・動画生成プロンプト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DD5DF"/>
                </a:solidFill>
                <a:latin typeface="Yu Gothic"/>
                <a:ea typeface="Yu Gothic"/>
              </a:rPr>
              <a:t>必要なのは“世界観を言語化する力”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15 ｜ 実演2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日本語と英語プロンプトの違い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1B2E"/>
                </a:solidFill>
                <a:latin typeface="Yu Gothic"/>
                <a:ea typeface="Yu Gothic"/>
              </a:rPr>
              <a:t>世界観をどう言語化するか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まず「何を感じてほしいか」を1行で決める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日本語で意図 → 英語プロンプトに変換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告知画像・15秒ショート・9:16縦型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280160" cy="8229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C373"/>
                </a:solidFill>
                <a:latin typeface="Yu Gothic"/>
                <a:ea typeface="Yu Gothic"/>
              </a:rPr>
              <a:t>16 ｜ 実演3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Yu Gothic"/>
                <a:ea typeface="Yu Gothic"/>
              </a:rPr>
              <a:t>AI秘書・スキル・自分専用のAIチーム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DD5DF"/>
                </a:solidFill>
                <a:latin typeface="Yu Gothic"/>
                <a:ea typeface="Yu Gothic"/>
              </a:rPr>
              <a:t>日々の業務・JC活動全体にAIを使う（Claude Code）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17 ｜ 資産化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プロンプトは組織の資産になる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1B2E"/>
                </a:solidFill>
                <a:latin typeface="Yu Gothic"/>
                <a:ea typeface="Yu Gothic"/>
              </a:rPr>
              <a:t>Google Driveで共有する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一回使って終わりにしない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よく使うものは“型”にする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型にすると、個人のスキルが組織の資産に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18 ｜ 注意点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AI活用の注意点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1B2E"/>
                </a:solidFill>
                <a:latin typeface="Yu Gothic"/>
                <a:ea typeface="Yu Gothic"/>
              </a:rPr>
              <a:t>便利なほど、人間の確認力が大切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個人情報・機密情報をそのまま入れない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日付・会場・金額・登壇者名は必ず確認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AIの文章は最後に人が確認する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AIは補佐役。最終責任者ではない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19 ｜ 行動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行動宣言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1B2E"/>
                </a:solidFill>
                <a:latin typeface="Yu Gothic"/>
                <a:ea typeface="Yu Gothic"/>
              </a:rPr>
              <a:t>今日または明日、何を実行するか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実行することを一つ決める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自分の委員会や会社でどう使うか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近くの人と共有する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C373"/>
                </a:solidFill>
                <a:latin typeface="Yu Gothic"/>
                <a:ea typeface="Yu Gothic"/>
              </a:rPr>
              <a:t>20 ｜ 伝える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誰に伝えるか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1B2E"/>
                </a:solidFill>
                <a:latin typeface="Yu Gothic"/>
                <a:ea typeface="Yu Gothic"/>
              </a:rPr>
              <a:t>教えることが一番の学びになる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委員会・会社・家族の誰でもいい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一人で使うより、共有した方が組織の力に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222A35"/>
                </a:solidFill>
                <a:latin typeface="Yu Gothic"/>
                <a:ea typeface="Yu Gothic"/>
              </a:rPr>
              <a:t>●  教えることで自分の理解が深まる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83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DBD"/>
                </a:solidFill>
                <a:latin typeface="Yu Gothic"/>
                <a:ea typeface="Yu Gothic"/>
              </a:rPr>
              <a:t>名古屋JC SNS戦略部会 ｜ AIは、使った人から変わっていく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463040" cy="8229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3C373"/>
                </a:solidFill>
                <a:latin typeface="Yu Gothic"/>
                <a:ea typeface="Yu Gothic"/>
              </a:rPr>
              <a:t>AI時代のSNS実践セミナー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Yu Gothic"/>
                <a:ea typeface="Yu Gothic"/>
              </a:rPr>
              <a:t>AIは、使った人から
変わっていく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DD5DF"/>
                </a:solidFill>
                <a:latin typeface="Yu Gothic"/>
                <a:ea typeface="Yu Gothic"/>
              </a:rPr>
              <a:t>今日・明日まず一つ使い、誰かに教える。それが委員会の力、名古屋JC全体の発信力につながる。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