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46304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3C373"/>
                </a:solidFill>
                <a:latin typeface="Yu Gothic"/>
                <a:ea typeface="Yu Gothic"/>
              </a:rPr>
              <a:t>AI時代のSNS実践セミナー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Yu Gothic"/>
                <a:ea typeface="Yu Gothic"/>
              </a:rPr>
              <a:t>AIは知っている人ではなく、
使った人から変わっていく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DD5DF"/>
                </a:solidFill>
                <a:latin typeface="Yu Gothic"/>
                <a:ea typeface="Yu Gothic"/>
              </a:rPr>
              <a:t>半年でここまでできる。AI秘書・SNS運用・資料作成・プロンプト活用のリアル実演 ／ 名古屋JC SNS戦略部会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02 ｜ 本日のゴール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今日または明日、AIを一つ実践する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今日のゴールは、AIに詳しくなることではない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明日から一つ、実際に使えるようになること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知っている人ではなく、使った人から変わる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03 ｜ 自己紹介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AI専門家ではなく、実践者として話す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JC活動・事業・SNS運用の中でAIを使い倒してきた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AI歴は本格的にはまだ半年ほど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半年で、資料・SNS・タスク・情報共有が一変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128016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C373"/>
                </a:solidFill>
                <a:latin typeface="Yu Gothic"/>
                <a:ea typeface="Yu Gothic"/>
              </a:rPr>
              <a:t>04 ｜ 実演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AI秘書システム実演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DD5DF"/>
                </a:solidFill>
                <a:latin typeface="Yu Gothic"/>
                <a:ea typeface="Yu Gothic"/>
              </a:rPr>
              <a:t>朝起きて、何を自動化して確認しているか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05 ｜ 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半年で変わったこと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検索補助から、業務の補佐役へ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最初はChatGPTを検索の延長として使っていた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今年初めの変化でNotebookLM・Claudeを知った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時短・自動化・SNS運用・資料作成が一気に進んだ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06 ｜ なぜ目的設定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アウトプットしない学びは身につきにくい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使い方を知るだけなら動画で十分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使って、誰かに伝えて、初めて力になる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今日・明日のうちに一つ実行する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07 ｜ ブレインアクティベーション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今日、何を持ち帰るか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今日、AIで何を楽にしたい？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担当例会・委員会のどこに使えそう？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今日学んだことを、誰に伝えたい？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08 ｜ 現在地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AI活用の現在地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役割ごとに使い分ける時代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ChatGPT：相談・文章・企画・壁打ち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Claude：長文整理・資料構成・自然な文章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NotebookLM：入れた資料だけで正確に整理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画像・動画生成：SNS素材・告知・PR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09 ｜ 使い分け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AIは役割で使い分ける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秘書：予定・タスク・連絡の整理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編集者：文章を整える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広報担当：投稿・告知を作る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企画補佐／壁打ち相手：アイデアを広げる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128016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C373"/>
                </a:solidFill>
                <a:latin typeface="Yu Gothic"/>
                <a:ea typeface="Yu Gothic"/>
              </a:rPr>
              <a:t>10 ｜ 実演1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担当例会をSNS投稿化する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DD5DF"/>
                </a:solidFill>
                <a:latin typeface="Yu Gothic"/>
                <a:ea typeface="Yu Gothic"/>
              </a:rPr>
              <a:t>例会情報を入れるだけで、広報素材が一気にそろう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11 ｜ 実演1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例会情報から作れるもの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SNS投稿文／ストーリーズ／リール台本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告知タイトル／ハッシュタグ／参加を促す一言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委員会への依頼文／写真・動画の撮影指示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128016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C373"/>
                </a:solidFill>
                <a:latin typeface="Yu Gothic"/>
                <a:ea typeface="Yu Gothic"/>
              </a:rPr>
              <a:t>12 ｜ 実演2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画像・動画生成プロンプト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DD5DF"/>
                </a:solidFill>
                <a:latin typeface="Yu Gothic"/>
                <a:ea typeface="Yu Gothic"/>
              </a:rPr>
              <a:t>必要なのは“世界観を言語化する力”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13 ｜ 実演2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日本語と英語プロンプトの違い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世界観をどう言語化するか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まず「何を感じてほしいか」を1行で決める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日本語で意図 → 英語プロンプトに変換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告知画像・15秒ショート・9:16縦型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128016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C373"/>
                </a:solidFill>
                <a:latin typeface="Yu Gothic"/>
                <a:ea typeface="Yu Gothic"/>
              </a:rPr>
              <a:t>14 ｜ 実演3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AI秘書・ショートカット・スキル活用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DD5DF"/>
                </a:solidFill>
                <a:latin typeface="Yu Gothic"/>
                <a:ea typeface="Yu Gothic"/>
              </a:rPr>
              <a:t>日々の業務・JC活動全体にAIを使う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15 ｜ 資産化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プロンプトは組織の資産になる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Google Driveで共有する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一回使って終わりにしない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よく使うものは“型”にする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型にすると、個人のスキルが組織の資産に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16 ｜ 注意点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AI活用の注意点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便利なほど、人間の確認力が大切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個人情報・機密情報をそのまま入れない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日付・会場・金額・登壇者名は必ず確認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AIの文章は最後に人が確認する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AIは補佐役。最終責任者ではない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17 ｜ 行動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行動宣言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今日または明日、何を実行するか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今日・明日、実行することを一つ決める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自分の委員会や会社でどう使うか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近くの人と共有する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18 ｜ 伝える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誰に伝えるか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教えることが一番の学びになる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委員会メンバー・会社のスタッフ・家族でもいい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一人で使うより、共有した方が組織の力になる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教えることで自分の理解が深まる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3C373"/>
                </a:solidFill>
                <a:latin typeface="Yu Gothic"/>
                <a:ea typeface="Yu Gothic"/>
              </a:rPr>
              <a:t>19 ｜ 案内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7665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アンケート案内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1B2E"/>
                </a:solidFill>
                <a:latin typeface="Yu Gothic"/>
                <a:ea typeface="Yu Gothic"/>
              </a:rPr>
              <a:t>回答者に共有資料を送付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10058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本日のスライド／実演で使ったプロンプト集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AI秘書の概要／おすすめAIツール一覧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Yu Gothic"/>
                <a:ea typeface="Yu Gothic"/>
              </a:rPr>
              <a:t>●  Google Driveマニュアル／アクションリスト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836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ADBD"/>
                </a:solidFill>
                <a:latin typeface="Yu Gothic"/>
                <a:ea typeface="Yu Gothic"/>
              </a:rPr>
              <a:t>名古屋JC SNS戦略部会 ｜ AIは、使った人から変わっていく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463040" cy="822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3C373"/>
                </a:solidFill>
                <a:latin typeface="Yu Gothic"/>
                <a:ea typeface="Yu Gothic"/>
              </a:rPr>
              <a:t>AI時代のSNS実践セミナー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Yu Gothic"/>
                <a:ea typeface="Yu Gothic"/>
              </a:rPr>
              <a:t>AIは、使った人から
変わっていく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DD5DF"/>
                </a:solidFill>
                <a:latin typeface="Yu Gothic"/>
                <a:ea typeface="Yu Gothic"/>
              </a:rPr>
              <a:t>今日・明日まず一つ使い、誰かに教える。それが委員会の力、名古屋JC全体の発信力につながる。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